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Crimson Pro Semi Bold"/>
      <p:regular r:id="rId16"/>
    </p:embeddedFon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Heebo"/>
      <p:regular r:id="rId20"/>
    </p:embeddedFont>
    <p:embeddedFont>
      <p:font typeface="Heeb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Python GUI Calculator using Tkinter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beginner-friendly desktop application built with Python's Tkinter library for performing basic arithmetic operations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Ruby Sethi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4578"/>
            <a:ext cx="6109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Introduction &amp; Objectives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60332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a GUI Calculator?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737729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graphical user interface application that performs arithmetic operations through button clicks and displays results in a visual interface. Unlike command-line calculators, GUI applications provide intuitive, user-friendly interactions.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6603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Goals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856321" y="3312438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a functional calculator using Python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Master GUI development with Tkinter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core arithmetic operations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an intuitive user experience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6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Tools &amp; Technologies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24038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23789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448526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programming language chosen for its simplicity, readability, and extensive library support for rapid application development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24038"/>
            <a:ext cx="6408063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23789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Tkinter Library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448526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Python's standard GUI toolkit providing widgets, event handling, and cross-platform compatibility for desktop applications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Visual Studio Code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61535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code editor with Python extensions, debugging tools, and syntax highlighting for efficient development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GitHub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615351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control system for tracking code changes, collaborating, and maintaining project documentation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628" y="544592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Tkinter?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8628" y="1404938"/>
            <a:ext cx="7779544" cy="1710333"/>
          </a:xfrm>
          <a:prstGeom prst="roundRect">
            <a:avLst>
              <a:gd name="adj" fmla="val 64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45768" y="1404938"/>
            <a:ext cx="91440" cy="1710333"/>
          </a:xfrm>
          <a:prstGeom prst="roundRect">
            <a:avLst>
              <a:gd name="adj" fmla="val 31977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454973" y="162270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Definition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54973" y="2027753"/>
            <a:ext cx="727543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Tkinter is Python's standard GUI library that combines the Tk GUI toolkit with Python bindings. It provides a simple way to create desktop applications with windows, buttons, text fields, and other interactive elements.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68628" y="3282672"/>
            <a:ext cx="7779544" cy="2524482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45768" y="3282672"/>
            <a:ext cx="91440" cy="2524482"/>
          </a:xfrm>
          <a:prstGeom prst="roundRect">
            <a:avLst>
              <a:gd name="adj" fmla="val 31977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6454973" y="350043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54973" y="3905488"/>
            <a:ext cx="7275433" cy="168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Pre-installed with Python installation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Cross-platform compatibility (Windows, macOS, Linux)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Rich widget collection for diverse UI needs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Event-driven programming model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syntax for beginners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68628" y="5974556"/>
            <a:ext cx="7779544" cy="1710333"/>
          </a:xfrm>
          <a:prstGeom prst="roundRect">
            <a:avLst>
              <a:gd name="adj" fmla="val 64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5768" y="5974556"/>
            <a:ext cx="91440" cy="1710333"/>
          </a:xfrm>
          <a:prstGeom prst="roundRect">
            <a:avLst>
              <a:gd name="adj" fmla="val 31977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454973" y="619232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Tkinter?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54973" y="6597372"/>
            <a:ext cx="727543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Tkinter was selected for its beginner-friendly learning curve, minimal setup requirements, and suitability for educational projects. It allows students to focus on programming concepts rather than complex configuration.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59594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Overview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12351" y="2973705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Calculator Features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12351" y="3493889"/>
            <a:ext cx="4318397" cy="1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application provides a clean interface for performing basic arithmetic operations. Users can input numbers through button clicks, chain multiple operations, and clear the display with a dedicated button.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331" y="1581388"/>
            <a:ext cx="8420100" cy="4699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2351" y="6644045"/>
            <a:ext cx="430530" cy="43053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304330" y="6709767"/>
            <a:ext cx="2790825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Basic Arithmetic Operations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304330" y="7105531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Addition, subtraction, multiplication, and division functions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81481" y="6644045"/>
            <a:ext cx="430530" cy="43053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773460" y="670976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Clear Functionality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773460" y="7105531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Reset button to clear current calculations and start fresh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50611" y="6644045"/>
            <a:ext cx="430530" cy="43053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2590" y="670976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Visual Display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242590" y="7105531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Entry widget shows input numbers and calculation results in real-time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40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Working of the Project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762958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1989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Button Input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48019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Users click number and operation buttons to build calculations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432810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659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Display Update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150042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Entry widget updates in real-time to show current input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793694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020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 Processing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51092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Functions evaluate expressions and return results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154579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381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 Display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87181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calculation appears on screen for user review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15064"/>
            <a:ext cx="4164330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Code Explanation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341358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Functions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568291" y="1775936"/>
            <a:ext cx="5543669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calculator uses event-driven programming where button clicks trigger specific functions. Each number button appends its value to the display, while operation buttons store the current value and prepare for the next input.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68291" y="282261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Button Click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68291" y="3205163"/>
            <a:ext cx="5543669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button is configured with a command that updates the calculator's state. Number buttons add digits to the current expression, while operation buttons store the pending operation.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5822" y="134135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 Handling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5822" y="1723906"/>
            <a:ext cx="5543669" cy="70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equals button evaluates the stored expression using Python's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eval()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function, which processes the mathematical string and returns the result as a float.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68291" y="4145994"/>
            <a:ext cx="11493698" cy="3568541"/>
          </a:xfrm>
          <a:prstGeom prst="roundRect">
            <a:avLst>
              <a:gd name="adj" fmla="val 70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560076" y="4145994"/>
            <a:ext cx="11510129" cy="3568541"/>
          </a:xfrm>
          <a:prstGeom prst="roundRect">
            <a:avLst>
              <a:gd name="adj" fmla="val 7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768197" y="4312563"/>
            <a:ext cx="11093887" cy="323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button_click(number):
 current = entry.get()
 entry.delete(0, END)
 entry.insert(0, str(current) + str(number))
def button_clear():
 entry.delete(0, END)
def button_equal():
 expression = entry.get()
 result = eval(expression)
 entry.delete(0, END)
 entry.insert(0, result)
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20197"/>
            <a:ext cx="590109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Advantages &amp; Limitations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025" y="4670941"/>
            <a:ext cx="13092351" cy="30480"/>
          </a:xfrm>
          <a:prstGeom prst="roundRect">
            <a:avLst>
              <a:gd name="adj" fmla="val 10813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69025" y="1732478"/>
            <a:ext cx="6413182" cy="2938463"/>
          </a:xfrm>
          <a:prstGeom prst="roundRect">
            <a:avLst>
              <a:gd name="adj" fmla="val 1122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2602230" y="195214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Advantages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88695" y="2423041"/>
            <a:ext cx="5973842" cy="202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Simple, intuitive interface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Beginner-friendly code structure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Lightweight with minimal dependencies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Cross-platform compatibility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execution and response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48193" y="4701421"/>
            <a:ext cx="6413182" cy="293846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281398" y="492109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Limitations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67863" y="5391983"/>
            <a:ext cx="5973842" cy="202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basic arithmetic operations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scientific functions (sin, cos, log)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Minimal error handling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Basic UI design without advanced styling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keyboard input support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303"/>
            <a:ext cx="84039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&amp; Future Improvements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8710"/>
            <a:ext cx="4196358" cy="4271129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Was Achieved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806422"/>
            <a:ext cx="3681770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successfully demonstrates GUI development fundamentals using Tkinter. The calculator implements core arithmetic operations with a functional interface, providing hands-on experience with event-driven programming and widget management.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058710"/>
            <a:ext cx="4196358" cy="4271129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2806422"/>
            <a:ext cx="368177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Understanding of Tkinter widget system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 handling and callback functions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String manipulation for mathematical expressions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Basic GUI design principles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058710"/>
            <a:ext cx="4196358" cy="4271129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2316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2806422"/>
            <a:ext cx="3681770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scientific calculator features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theme customization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keyboard support for input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error handling and validation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641663"/>
            <a:ext cx="13042821" cy="1690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69703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References: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Python Official Documentation, Tkinter Documentation, GeeksforGeeks Tkinter Tutorial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2026-04-24T16:33:05Z</dcterms:created>
  <dcterms:modified xsi:type="dcterms:W3CDTF">2026-04-24T16:33:05Z</dcterms:modified>
</cp:coreProperties>
</file>